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2" r:id="rId7"/>
    <p:sldId id="264" r:id="rId8"/>
    <p:sldId id="265"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66" d="100"/>
          <a:sy n="66" d="100"/>
        </p:scale>
        <p:origin x="1280" y="1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394" y="496388"/>
            <a:ext cx="7981405" cy="1236617"/>
          </a:xfrm>
        </p:spPr>
        <p:txBody>
          <a:bodyPr>
            <a:normAutofit fontScale="90000"/>
          </a:bodyPr>
          <a:lstStyle/>
          <a:p>
            <a:r>
              <a:rPr sz="4800" dirty="0">
                <a:solidFill>
                  <a:schemeClr val="tx2">
                    <a:lumMod val="60000"/>
                    <a:lumOff val="40000"/>
                  </a:schemeClr>
                </a:solidFill>
                <a:latin typeface="Algerian" panose="04020705040A02060702" pitchFamily="82" charset="0"/>
              </a:rPr>
              <a:t>Bank Management System</a:t>
            </a:r>
          </a:p>
        </p:txBody>
      </p:sp>
      <p:pic>
        <p:nvPicPr>
          <p:cNvPr id="1026" name="Picture 2">
            <a:extLst>
              <a:ext uri="{FF2B5EF4-FFF2-40B4-BE49-F238E27FC236}">
                <a16:creationId xmlns:a16="http://schemas.microsoft.com/office/drawing/2014/main" id="{9106A8DD-A13B-32F8-B999-4BDC9CE9722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91194" y="2134301"/>
            <a:ext cx="6961612" cy="458000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accent5">
                    <a:lumMod val="75000"/>
                  </a:schemeClr>
                </a:solidFill>
                <a:latin typeface="Algerian" panose="04020705040A02060702" pitchFamily="82" charset="0"/>
              </a:rPr>
              <a:t>Introduction</a:t>
            </a:r>
          </a:p>
        </p:txBody>
      </p:sp>
      <p:sp>
        <p:nvSpPr>
          <p:cNvPr id="3" name="Content Placeholder 2"/>
          <p:cNvSpPr>
            <a:spLocks noGrp="1"/>
          </p:cNvSpPr>
          <p:nvPr>
            <p:ph idx="1"/>
          </p:nvPr>
        </p:nvSpPr>
        <p:spPr/>
        <p:txBody>
          <a:bodyPr/>
          <a:lstStyle/>
          <a:p>
            <a:r>
              <a:rPr dirty="0"/>
              <a:t>Bank Management System helps manage customer accounts, transactions, and records efficiently.</a:t>
            </a:r>
          </a:p>
        </p:txBody>
      </p:sp>
      <p:pic>
        <p:nvPicPr>
          <p:cNvPr id="6" name="Picture 5">
            <a:extLst>
              <a:ext uri="{FF2B5EF4-FFF2-40B4-BE49-F238E27FC236}">
                <a16:creationId xmlns:a16="http://schemas.microsoft.com/office/drawing/2014/main" id="{05DCA780-ECDD-B129-B893-EFAF6FF28984}"/>
              </a:ext>
            </a:extLst>
          </p:cNvPr>
          <p:cNvPicPr>
            <a:picLocks noChangeAspect="1"/>
          </p:cNvPicPr>
          <p:nvPr/>
        </p:nvPicPr>
        <p:blipFill>
          <a:blip r:embed="rId2"/>
          <a:stretch>
            <a:fillRect/>
          </a:stretch>
        </p:blipFill>
        <p:spPr>
          <a:xfrm>
            <a:off x="4284617" y="3021874"/>
            <a:ext cx="4245492" cy="310428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solidFill>
                  <a:schemeClr val="accent6"/>
                </a:solidFill>
                <a:latin typeface="Algerian" panose="04020705040A02060702" pitchFamily="82" charset="0"/>
              </a:rPr>
              <a:t>Objectives</a:t>
            </a:r>
            <a:br>
              <a:rPr lang="en-IN" dirty="0"/>
            </a:br>
            <a:endParaRPr dirty="0"/>
          </a:p>
        </p:txBody>
      </p:sp>
      <p:sp>
        <p:nvSpPr>
          <p:cNvPr id="5" name="Content Placeholder 2"/>
          <p:cNvSpPr txBox="1">
            <a:spLocks/>
          </p:cNvSpPr>
          <p:nvPr/>
        </p:nvSpPr>
        <p:spPr>
          <a:xfrm>
            <a:off x="531223" y="1010195"/>
            <a:ext cx="5913121" cy="4754880"/>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3"/>
            <a:endParaRPr lang="en-IN" sz="2800" dirty="0"/>
          </a:p>
          <a:p>
            <a:r>
              <a:rPr lang="en-IN" sz="2800" dirty="0"/>
              <a:t>Creation of accounts</a:t>
            </a:r>
          </a:p>
          <a:p>
            <a:r>
              <a:rPr lang="en-IN" sz="2800" dirty="0"/>
              <a:t>Display of accounts</a:t>
            </a:r>
          </a:p>
          <a:p>
            <a:r>
              <a:rPr lang="en-IN" sz="2800" dirty="0"/>
              <a:t>Withdraw money</a:t>
            </a:r>
          </a:p>
          <a:p>
            <a:r>
              <a:rPr lang="en-IN" sz="2800" dirty="0"/>
              <a:t>Money deposit</a:t>
            </a:r>
          </a:p>
          <a:p>
            <a:r>
              <a:rPr lang="en-IN" sz="2800" dirty="0"/>
              <a:t>Delete account</a:t>
            </a:r>
          </a:p>
        </p:txBody>
      </p:sp>
      <p:pic>
        <p:nvPicPr>
          <p:cNvPr id="7" name="Picture 2">
            <a:extLst>
              <a:ext uri="{FF2B5EF4-FFF2-40B4-BE49-F238E27FC236}">
                <a16:creationId xmlns:a16="http://schemas.microsoft.com/office/drawing/2014/main" id="{21E3011A-6253-069B-42E7-008C71B7634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242561" y="1602377"/>
            <a:ext cx="3409406" cy="33804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00B0F0"/>
                </a:solidFill>
                <a:latin typeface="Algerian" panose="04020705040A02060702" pitchFamily="82" charset="0"/>
              </a:rPr>
              <a:t>Technologies Used</a:t>
            </a:r>
          </a:p>
        </p:txBody>
      </p:sp>
      <p:sp>
        <p:nvSpPr>
          <p:cNvPr id="3" name="Content Placeholder 2"/>
          <p:cNvSpPr>
            <a:spLocks noGrp="1"/>
          </p:cNvSpPr>
          <p:nvPr>
            <p:ph idx="1"/>
          </p:nvPr>
        </p:nvSpPr>
        <p:spPr/>
        <p:txBody>
          <a:bodyPr/>
          <a:lstStyle/>
          <a:p>
            <a:r>
              <a:rPr dirty="0"/>
              <a:t> Linked List Data Structure</a:t>
            </a:r>
          </a:p>
          <a:p>
            <a:r>
              <a:rPr dirty="0"/>
              <a:t> Console-based Application</a:t>
            </a:r>
            <a:endParaRPr lang="en-IN" dirty="0"/>
          </a:p>
          <a:p>
            <a:r>
              <a:rPr lang="en-IN" dirty="0"/>
              <a:t>  C++ programming</a:t>
            </a:r>
            <a:endParaRPr dirty="0"/>
          </a:p>
        </p:txBody>
      </p:sp>
      <p:pic>
        <p:nvPicPr>
          <p:cNvPr id="6" name="Picture 5">
            <a:extLst>
              <a:ext uri="{FF2B5EF4-FFF2-40B4-BE49-F238E27FC236}">
                <a16:creationId xmlns:a16="http://schemas.microsoft.com/office/drawing/2014/main" id="{C2C52B38-853E-0D7A-B06D-3CA738A00E24}"/>
              </a:ext>
            </a:extLst>
          </p:cNvPr>
          <p:cNvPicPr>
            <a:picLocks noChangeAspect="1"/>
          </p:cNvPicPr>
          <p:nvPr/>
        </p:nvPicPr>
        <p:blipFill>
          <a:blip r:embed="rId2"/>
          <a:stretch>
            <a:fillRect/>
          </a:stretch>
        </p:blipFill>
        <p:spPr>
          <a:xfrm>
            <a:off x="1959429" y="3525520"/>
            <a:ext cx="5033554" cy="29362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solidFill>
                  <a:schemeClr val="bg2">
                    <a:lumMod val="50000"/>
                  </a:schemeClr>
                </a:solidFill>
                <a:latin typeface="Algerian" panose="04020705040A02060702" pitchFamily="82" charset="0"/>
              </a:rPr>
              <a:t>Data Structure Used</a:t>
            </a:r>
          </a:p>
        </p:txBody>
      </p:sp>
      <p:sp>
        <p:nvSpPr>
          <p:cNvPr id="3" name="Content Placeholder 2"/>
          <p:cNvSpPr>
            <a:spLocks noGrp="1"/>
          </p:cNvSpPr>
          <p:nvPr>
            <p:ph idx="1"/>
          </p:nvPr>
        </p:nvSpPr>
        <p:spPr/>
        <p:txBody>
          <a:bodyPr/>
          <a:lstStyle/>
          <a:p>
            <a:r>
              <a:rPr dirty="0"/>
              <a:t>Linked List:</a:t>
            </a:r>
          </a:p>
          <a:p>
            <a:r>
              <a:rPr dirty="0"/>
              <a:t> Dynamic memory allocation</a:t>
            </a:r>
          </a:p>
          <a:p>
            <a:r>
              <a:rPr dirty="0"/>
              <a:t> Efficient insertion &amp; deletion</a:t>
            </a:r>
          </a:p>
          <a:p>
            <a:r>
              <a:rPr dirty="0"/>
              <a:t> Stores account details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accent3">
                    <a:lumMod val="75000"/>
                  </a:schemeClr>
                </a:solidFill>
                <a:latin typeface="Algerian" panose="04020705040A02060702" pitchFamily="82" charset="0"/>
              </a:rPr>
              <a:t>Working Process</a:t>
            </a:r>
          </a:p>
        </p:txBody>
      </p:sp>
      <p:sp>
        <p:nvSpPr>
          <p:cNvPr id="4" name="Content Placeholder 3">
            <a:extLst>
              <a:ext uri="{FF2B5EF4-FFF2-40B4-BE49-F238E27FC236}">
                <a16:creationId xmlns:a16="http://schemas.microsoft.com/office/drawing/2014/main" id="{82000611-3407-8E42-FAA0-8069EFE01B4B}"/>
              </a:ext>
            </a:extLst>
          </p:cNvPr>
          <p:cNvSpPr>
            <a:spLocks noGrp="1"/>
          </p:cNvSpPr>
          <p:nvPr>
            <p:ph idx="1"/>
          </p:nvPr>
        </p:nvSpPr>
        <p:spPr>
          <a:xfrm>
            <a:off x="757646" y="2264229"/>
            <a:ext cx="7929154" cy="3861934"/>
          </a:xfrm>
        </p:spPr>
        <p:txBody>
          <a:bodyPr>
            <a:normAutofit fontScale="92500" lnSpcReduction="20000"/>
          </a:bodyPr>
          <a:lstStyle/>
          <a:p>
            <a:r>
              <a:rPr lang="en-US" dirty="0"/>
              <a:t>The banking system works by acting as a financial intermediary, accepting deposits from savers and providing loans to borrowers to fuel the economy. Banks earn profit primarily by charging higher interest on loans than they pay on deposits. Key processes include account management, digital transaction processing, and regulatory compliance through automated systems. </a:t>
            </a:r>
            <a:br>
              <a:rPr lang="en-US" dirty="0"/>
            </a:b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chemeClr val="accent5">
                    <a:lumMod val="60000"/>
                    <a:lumOff val="40000"/>
                  </a:schemeClr>
                </a:solidFill>
                <a:latin typeface="Algerian" panose="04020705040A02060702" pitchFamily="82" charset="0"/>
              </a:rPr>
              <a:t>Limitations</a:t>
            </a:r>
          </a:p>
        </p:txBody>
      </p:sp>
      <p:sp>
        <p:nvSpPr>
          <p:cNvPr id="3" name="Content Placeholder 2"/>
          <p:cNvSpPr>
            <a:spLocks noGrp="1"/>
          </p:cNvSpPr>
          <p:nvPr>
            <p:ph idx="1"/>
          </p:nvPr>
        </p:nvSpPr>
        <p:spPr/>
        <p:txBody>
          <a:bodyPr/>
          <a:lstStyle/>
          <a:p>
            <a:pPr marL="0" indent="0">
              <a:buNone/>
            </a:pPr>
            <a:r>
              <a:rPr dirty="0"/>
              <a:t>• No file storage (data lost after exit)</a:t>
            </a:r>
          </a:p>
          <a:p>
            <a:pPr marL="0" indent="0">
              <a:buNone/>
            </a:pPr>
            <a:r>
              <a:rPr dirty="0"/>
              <a:t>• No security features</a:t>
            </a:r>
          </a:p>
          <a:p>
            <a:pPr marL="0" indent="0">
              <a:buNone/>
            </a:pPr>
            <a:r>
              <a:rPr dirty="0"/>
              <a:t>• Console-based UI</a:t>
            </a:r>
          </a:p>
        </p:txBody>
      </p:sp>
      <p:pic>
        <p:nvPicPr>
          <p:cNvPr id="7170" name="Picture 2">
            <a:extLst>
              <a:ext uri="{FF2B5EF4-FFF2-40B4-BE49-F238E27FC236}">
                <a16:creationId xmlns:a16="http://schemas.microsoft.com/office/drawing/2014/main" id="{1F5E3C32-C39A-BC11-B301-CD864B097E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3089709"/>
            <a:ext cx="4365504" cy="303645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solidFill>
                  <a:schemeClr val="accent2">
                    <a:lumMod val="60000"/>
                    <a:lumOff val="40000"/>
                  </a:schemeClr>
                </a:solidFill>
                <a:latin typeface="Algerian" panose="04020705040A02060702" pitchFamily="82" charset="0"/>
              </a:rPr>
              <a:t>Conclusion</a:t>
            </a:r>
          </a:p>
        </p:txBody>
      </p:sp>
      <p:sp>
        <p:nvSpPr>
          <p:cNvPr id="3" name="Content Placeholder 2"/>
          <p:cNvSpPr>
            <a:spLocks noGrp="1"/>
          </p:cNvSpPr>
          <p:nvPr>
            <p:ph idx="1"/>
          </p:nvPr>
        </p:nvSpPr>
        <p:spPr/>
        <p:txBody>
          <a:bodyPr/>
          <a:lstStyle/>
          <a:p>
            <a:r>
              <a:rPr dirty="0"/>
              <a:t>Bank Management System is useful for understanding data structures and basic banking operations.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29</TotalTime>
  <Words>159</Words>
  <Application>Microsoft Office PowerPoint</Application>
  <PresentationFormat>On-screen Show (4:3)</PresentationFormat>
  <Paragraphs>27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Algerian</vt:lpstr>
      <vt:lpstr>Arial</vt:lpstr>
      <vt:lpstr>Calibri</vt:lpstr>
      <vt:lpstr>Office Theme</vt:lpstr>
      <vt:lpstr>Bank Management System</vt:lpstr>
      <vt:lpstr>Introduction</vt:lpstr>
      <vt:lpstr>Objectives </vt:lpstr>
      <vt:lpstr>Technologies Used</vt:lpstr>
      <vt:lpstr>Data Structure Used</vt:lpstr>
      <vt:lpstr>Working Process</vt:lpstr>
      <vt:lpstr>Limitations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Gayatri</dc:creator>
  <cp:keywords/>
  <dc:description>generated using python-pptx</dc:description>
  <cp:lastModifiedBy>praveena 2248250231</cp:lastModifiedBy>
  <cp:revision>2</cp:revision>
  <dcterms:created xsi:type="dcterms:W3CDTF">2013-01-27T09:14:16Z</dcterms:created>
  <dcterms:modified xsi:type="dcterms:W3CDTF">2026-04-17T14:06:54Z</dcterms:modified>
  <cp:category/>
</cp:coreProperties>
</file>